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 Yu" userId="6a56cad7c065fcb6" providerId="LiveId" clId="{6AA2D8C8-C7F8-4EC7-9147-ADDD80A4659A}"/>
    <pc:docChg chg="modSld">
      <pc:chgData name="Albert Yu" userId="6a56cad7c065fcb6" providerId="LiveId" clId="{6AA2D8C8-C7F8-4EC7-9147-ADDD80A4659A}" dt="2026-03-05T12:13:50.298" v="13" actId="14100"/>
      <pc:docMkLst>
        <pc:docMk/>
      </pc:docMkLst>
      <pc:sldChg chg="addSp modSp mod">
        <pc:chgData name="Albert Yu" userId="6a56cad7c065fcb6" providerId="LiveId" clId="{6AA2D8C8-C7F8-4EC7-9147-ADDD80A4659A}" dt="2026-03-05T12:13:50.298" v="13" actId="14100"/>
        <pc:sldMkLst>
          <pc:docMk/>
          <pc:sldMk cId="3350673457" sldId="256"/>
        </pc:sldMkLst>
        <pc:picChg chg="mod">
          <ac:chgData name="Albert Yu" userId="6a56cad7c065fcb6" providerId="LiveId" clId="{6AA2D8C8-C7F8-4EC7-9147-ADDD80A4659A}" dt="2026-03-05T12:13:50.298" v="13" actId="14100"/>
          <ac:picMkLst>
            <pc:docMk/>
            <pc:sldMk cId="3350673457" sldId="256"/>
            <ac:picMk id="5" creationId="{67D939C2-1ACF-B58B-99EE-18C71FDFFDB2}"/>
          </ac:picMkLst>
        </pc:picChg>
        <pc:picChg chg="add mod">
          <ac:chgData name="Albert Yu" userId="6a56cad7c065fcb6" providerId="LiveId" clId="{6AA2D8C8-C7F8-4EC7-9147-ADDD80A4659A}" dt="2026-03-05T12:13:26.363" v="8" actId="14100"/>
          <ac:picMkLst>
            <pc:docMk/>
            <pc:sldMk cId="3350673457" sldId="256"/>
            <ac:picMk id="6" creationId="{8EE208C8-4A60-7052-ED84-F16078A178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CA95F-415D-8DDA-BA82-2C61D7F9A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D2625B-0AD4-B99D-12DE-99777BA46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597C3A-EC99-18FB-0440-5EF0C68B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D5052C-B0CF-70F0-A7CB-EEB46C75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550840-935F-B512-0404-6226C413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62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D6DA8E-F021-4206-D058-0426E4E8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9DD5F0-9CA1-6AD7-4DF3-B779F49C4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E2C7AB-14AA-A966-A565-6909115A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D51984-BD13-3DAE-1BFC-A14817D5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0F1DB1-BC2B-B1C1-71D8-2BB49549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52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4182AD-57C2-F88B-9A30-504EFE3D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2C6BA4-06D8-78A8-C4EB-2641FFDA9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38F043-111C-40CA-ABC9-35B3F9F0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27ED11-52BF-D874-B9FE-66364B73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1F27F9-9370-D6B0-4993-7E5E3930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7587D-2D97-CF80-137F-98419DB6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E27FCD-651B-EE87-D50E-EF3BF22B7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8DF151-9A12-7BFA-B0D6-A0E7E69C3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0E5EEC-5125-DF1E-3034-AFE4AE4F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E893D-4641-90FD-1A56-14A50033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F82D7A-979C-2BAF-44F3-B48B7FC6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85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4CEE5-B169-92A5-57AF-A396E34F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D0CF69-4174-EAC8-A423-4B3F87EC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7B714F-1A72-39D9-8B9B-A03BD05F8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928347C-5B17-ADF6-7F80-9D271453C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7615B6-03D5-467B-74FD-59FFBF8AE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4B6E81-9C78-D9FD-4F60-6B1B1B3D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E7C5AA-7378-C63D-A7AA-C8DDEA51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0DB1A99-EA01-8961-B66D-02AA6D7E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34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F88F5-E8AA-3863-3BC9-A56A2541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B9F195A-DA0B-E66F-88B7-96116C85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C1CAAB4-EF54-1FF4-E5AC-A8AF160F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3D9D9F-601C-1285-4D65-A1666A24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826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30C6B9-7AD4-5BE1-71A0-8EC407D9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3837266-4424-4641-1FEC-490B2CCC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113F13-A4A5-A654-FB3E-B09F05A5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40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DFAEA-441E-7AFA-1CA3-D1753755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FF30A3-1D9A-AFEC-7AF8-FC45823A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1D5068-A85A-7A06-1522-D5298354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DF3C34-6C41-ED28-3B01-35C3FC6E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E3D425-1BC5-8DDB-00E3-3B8B1F84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06ACB9-4EFF-0DF5-244A-414D7B93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8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E9AF9-25E2-6C4E-0873-8037909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54BEA76-F66E-FED4-5C3B-DB546BB18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679A52-812F-18BA-4270-F7A264CAA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655E2F-694A-CDB0-79DD-B5F311FE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FB11DE-0009-8C3B-BC1B-45C7FB38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26F91F-1876-71AE-2CA2-81E9ACC8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64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DAFD9-3BF5-63C5-ADA6-329D219F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9199DA-39E4-E13F-30BF-53D76BD52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EFAEA8-8EEC-3A62-F61C-8B330758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EB9DCF-9F30-95A5-E6CE-DC95082D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4941A7-2702-E65A-E2BF-03FD17F6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86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6C61C5-E018-2E12-CA5D-7CD1B21F4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D300672-B194-8D0C-55D8-E4EE59421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C2B9AB-05E8-A8F7-2F15-475C7152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D4852E-8D6D-69F9-3980-AD1191CD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15D5E6-8D54-3ABA-1098-C8A89B23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74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3A69E1-332F-79B5-BE56-D3EA5A73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E38990-32E5-0A55-688F-BCB80FC4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D69F76-68C2-F19D-CB41-6EB434053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74C95-DEAD-4E9F-93C2-879F4BA220A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3C3AC-A35D-8191-26F4-B1F9C755B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AAC81E-3CA0-65D0-6894-BE267020A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D99DA-A277-4C07-9696-A479F16ED0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94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12FDCD-7A29-26A5-5FFB-53934F134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81EC364-5896-F990-B3DA-1FDD2FCFDB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7D939C2-1ACF-B58B-99EE-18C71FDF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" y="716898"/>
            <a:ext cx="4771275" cy="45571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E208C8-4A60-7052-ED84-F16078A17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366" y="438913"/>
            <a:ext cx="7845733" cy="49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Yu</dc:creator>
  <cp:lastModifiedBy>Albert Yu</cp:lastModifiedBy>
  <cp:revision>1</cp:revision>
  <dcterms:created xsi:type="dcterms:W3CDTF">2026-03-05T11:50:42Z</dcterms:created>
  <dcterms:modified xsi:type="dcterms:W3CDTF">2026-03-05T12:13:55Z</dcterms:modified>
</cp:coreProperties>
</file>